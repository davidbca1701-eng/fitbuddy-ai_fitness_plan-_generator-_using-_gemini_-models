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3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1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5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3.xml"/><Relationship Id="rId22" Type="http://schemas.openxmlformats.org/officeDocument/2006/relationships/slide" Target="slides/slide15.xml"/><Relationship Id="rId23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2194560" cy="21945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828800"/>
            <a:ext cx="1371600" cy="1371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474720"/>
            <a:ext cx="1828800" cy="1828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7772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FITBUDDY</a:t>
            </a:r>
          </a:p>
          <a:p>
            <a:pPr>
              <a:defRPr sz="2500">
                <a:solidFill>
                  <a:srgbClr val="BFDBFE"/>
                </a:solidFill>
              </a:defRPr>
            </a:pPr>
            <a:r>
              <a:t>AI Fitness Plan Generator using Gemini Models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SmartBridge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86200"/>
            <a:ext cx="7040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886200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4050791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45720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Personalized 7-day workout plans, nutrition/recovery tips, and feedback-based plan updates through an AI-powered web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7800"/>
            <a:ext cx="7040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25780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5422392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5943600"/>
            <a:ext cx="6583680" cy="-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FastAPI • Google Gemini • Jinja2 • SQLAlchemy •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Prepared according to SmartBridge project submission phases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SUBMISSION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Required 8-Phase Project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90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11680"/>
            <a:ext cx="47548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Brainstorming &amp; Ideation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258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325880"/>
            <a:ext cx="73152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90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11680"/>
            <a:ext cx="47548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Requirement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633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154680"/>
            <a:ext cx="47548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Project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4688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246888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633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54680"/>
            <a:ext cx="47548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Project Planning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118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61188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776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297680"/>
            <a:ext cx="47548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Project Development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6118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3611880"/>
            <a:ext cx="7315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776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297680"/>
            <a:ext cx="47548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Project Testing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75488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919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440680"/>
            <a:ext cx="47548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Project Documentation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7548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475488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491947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440680"/>
            <a:ext cx="475488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Project Demonstration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Phase 1–2: Ideation &amp;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1 — Brainstorming &amp; Ideation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Project idea: FitBuddy, a web-based AI application for generating personalized workout plans and nutrition/recovery tips.</a:t>
            </a:r>
            <a:br/>
            <a:br/>
            <a:r>
              <a:t>Problem addressed: users need a plan aligned with their goal and preferred workout intensity.</a:t>
            </a:r>
            <a:br/>
            <a:br/>
            <a:r>
              <a:t>Core idea: collect user inputs → generate a 7-day plan → allow feedback → refine the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4480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490472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2 — Requirement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Inputs: name, user ID, age, weight, fitness goal, workout intensity.</a:t>
            </a:r>
            <a:br/>
            <a:br/>
            <a:r>
              <a:t>Functional needs: workout generation, nutrition tip generation, feedback-based plan update, data storage, and admin/coach viewing.</a:t>
            </a:r>
            <a:br/>
            <a:br/>
            <a:r>
              <a:t>Technical needs: FastAPI, Gemini API, Jinja2, Python, SQLAlchemy/SQLite, Uvicorn, Git.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Phase 3–4: Design &amp;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3 — Project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Frontend: HTML + Jinja2 templates</a:t>
            </a:r>
            <a:br/>
            <a:r>
              <a:t>Backend: FastAPI</a:t>
            </a:r>
            <a:br/>
            <a:r>
              <a:t>AI layer: Gemini Pro + Gemini Flash</a:t>
            </a:r>
            <a:br/>
            <a:r>
              <a:t>Database: SQLite + SQLAlchemy</a:t>
            </a:r>
            <a:br/>
            <a:br/>
            <a:r>
              <a:t>Main templates: index.html, result.html, all_users.html</a:t>
            </a:r>
            <a:br/>
            <a:r>
              <a:t>Main flow: form data → FastAPI → Gemini → database → rendered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490472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4 — Project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Milestone 1: select models, architecture, environment</a:t>
            </a:r>
            <a:br/>
            <a:r>
              <a:t>Milestone 2: build core functions and FastAPI backend</a:t>
            </a:r>
            <a:br/>
            <a:r>
              <a:t>Milestone 3: implement routes.py</a:t>
            </a:r>
            <a:br/>
            <a:r>
              <a:t>Milestone 4: build Jinja2 frontend</a:t>
            </a:r>
            <a:br/>
            <a:r>
              <a:t>Milestone 5: local deployment and testing</a:t>
            </a:r>
            <a:br/>
            <a:br/>
            <a:r>
              <a:t>Development structure: /app • /templates • /static/images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PHASE 3 — PROJECT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35915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USER /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HTML + Jinja2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2194560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35915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Routes +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55448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7190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GEMINI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Workout + updates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9260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92608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0906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GEMINI 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Nutrition tips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19456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19456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359152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880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SQLite + SQLAlchemy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34640" y="274320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77840" y="2148840"/>
            <a:ext cx="457200" cy="5029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77840" y="2834640"/>
            <a:ext cx="457200" cy="64008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03920" y="2148840"/>
            <a:ext cx="548640" cy="5943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503920" y="2834640"/>
            <a:ext cx="548640" cy="64008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828800" y="4800600"/>
            <a:ext cx="8412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0" y="4800600"/>
            <a:ext cx="731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84832" y="4965192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Overall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2" y="5486400"/>
            <a:ext cx="79552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Collect input → call AI model → store plan → render result → accept feedback → update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Phase 5: Project Development — AI &amp; Core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611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90472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Workout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116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generate_workout_gemini()</a:t>
            </a:r>
            <a:br/>
            <a:br/>
            <a:r>
              <a:t>Uses Gemini 1.5 Pro with the user goal and intensity.</a:t>
            </a:r>
            <a:br/>
            <a:br/>
            <a:r>
              <a:t>Output includes a structured 7-day workout with warm-up, main workout, exercises, sets/reps, and cooldown/recovery.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25880"/>
            <a:ext cx="3611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Nutrition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116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generate_nutrition_tip_with_flash()</a:t>
            </a:r>
            <a:br/>
            <a:br/>
            <a:r>
              <a:t>Uses Gemini Flash for a concise, practical nutrition/recovery tip aligned with the project goal.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611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490472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Feedback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116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update_workout_plan()</a:t>
            </a:r>
            <a:br/>
            <a:br/>
            <a:r>
              <a:t>Combines the original plan with user feedback to create a modified plan.</a:t>
            </a:r>
            <a:br/>
            <a:br/>
            <a:r>
              <a:t>Original and updated versions are retained in the 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PHASE 5 —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Gemini Models?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</a:defRPr>
            </a:pPr>
            <a:r>
              <a:t>The project experimented with other model families before selecting Gemini.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</a:defRPr>
            </a:pPr>
            <a:r>
              <a:t>Gemini 1.5 Pro was selected for structured 7-day workout generation and plan updates.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</a:defRPr>
            </a:pPr>
            <a:r>
              <a:t>Gemini Flash was selected for fast, concise nutrition tips.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</a:defRPr>
            </a:pPr>
            <a:r>
              <a:t>The project document highlights API integration with FastAPI, structured formatting, accuracy with minimal prompt tuning, and fast feedback revisions.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</a:defRPr>
            </a:pPr>
            <a:r>
              <a:t>The AI layer is separated by task so workout planning and quick tips can use different model strengths.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Phase 5: FastAPI Backend &amp; Routes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834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399032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20240"/>
            <a:ext cx="2377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Home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2834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96312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/generate-workout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017520"/>
            <a:ext cx="2377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Generate workout + nutrition tip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2834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93592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/submit-feedback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114800"/>
            <a:ext cx="2377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Update plan from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79"/>
            <a:ext cx="2834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526279"/>
            <a:ext cx="73152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690871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/view-all-users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212079"/>
            <a:ext cx="2377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Admin/coach 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34440"/>
            <a:ext cx="7315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86200" y="1234440"/>
            <a:ext cx="73152" cy="4480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2232" y="13990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Request → Response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192024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1. Form fields are captured with FastAPI Form(...)</a:t>
            </a:r>
            <a:br/>
            <a:r>
              <a:t>2. Pydantic schemas validate structured requests</a:t>
            </a:r>
            <a:br/>
            <a:r>
              <a:t>3. /generate-workout calls Gemini workout and nutrition functions</a:t>
            </a:r>
            <a:br/>
            <a:r>
              <a:t>4. The plan is saved through SQLAlchemy/SQLite</a:t>
            </a:r>
            <a:br/>
            <a:r>
              <a:t>5. Jinja2 renders the result page</a:t>
            </a:r>
            <a:br/>
            <a:r>
              <a:t>6. /submit-feedback retrieves the original plan and creates an updated plan</a:t>
            </a:r>
            <a:br/>
            <a:r>
              <a:t>7. /view-all-users displays stored users and plan versions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Phase 5: Frontend &amp;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Home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Captures Name, User ID, Age, Weight, Fitness Goal, and Workout Intensity.</a:t>
            </a:r>
            <a:br/>
            <a:br/>
            <a:r>
              <a:t>The Generate Plan action sends the form to the FastAPI backend.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4904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Result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Displays the user's summary, day-wise workout plan, exercise details, and nutrition/recovery tip.</a:t>
            </a:r>
            <a:br/>
            <a:br/>
            <a:r>
              <a:t>The page also supports feedback submission.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4480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904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Admin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Shows users and their original/updated plans.</a:t>
            </a:r>
            <a:br/>
            <a:br/>
            <a:r>
              <a:t>Jinja2 templates and responsive CSS are used for the interface.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Phase 6: Project Testing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389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Testing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✓ Start FastAPI with Uvicorn</a:t>
            </a:r>
            <a:br/>
            <a:r>
              <a:t>✓ Test form submission</a:t>
            </a:r>
            <a:br/>
            <a:r>
              <a:t>✓ Verify Gemini response generation</a:t>
            </a:r>
            <a:br/>
            <a:r>
              <a:t>✓ Check workout and nutrition output rendering</a:t>
            </a:r>
            <a:br/>
            <a:r>
              <a:t>✓ Submit feedback and verify updated plan</a:t>
            </a:r>
            <a:br/>
            <a:r>
              <a:t>✓ Check database storage</a:t>
            </a:r>
            <a:br/>
            <a:r>
              <a:t>✓ Test /docs API interface</a:t>
            </a:r>
            <a:br/>
            <a:r>
              <a:t>✓ Verify admin/coach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90472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Local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0116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Create a Python virtual environment and install project dependencies.</a:t>
            </a:r>
            <a:br/>
            <a:br/>
            <a:r>
              <a:t>Run the application with Uvicorn.</a:t>
            </a:r>
            <a:br/>
            <a:br/>
            <a:r>
              <a:t>Local application: 127.0.0.1:8000</a:t>
            </a:r>
            <a:br/>
            <a:r>
              <a:t>API documentation: /docs</a:t>
            </a:r>
            <a:br/>
            <a:br/>
            <a:r>
              <a:t>Gemini API key is configured as an environment variable.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Phase 7: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Maintain the project repository with a clear structure.</a:t>
            </a:r>
            <a:br/>
            <a:br/>
            <a:r>
              <a:t>/app</a:t>
            </a:r>
            <a:br/>
            <a:r>
              <a:t>/templates</a:t>
            </a:r>
            <a:br/>
            <a:r>
              <a:t>/static/images</a:t>
            </a:r>
            <a:br/>
            <a:br/>
            <a:r>
              <a:t>Include backend, frontend, database, AI-generation, and supporting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4904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Technical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Document:</a:t>
            </a:r>
            <a:br/>
            <a:r>
              <a:t>• Project objective</a:t>
            </a:r>
            <a:br/>
            <a:r>
              <a:t>• Requirements</a:t>
            </a:r>
            <a:br/>
            <a:r>
              <a:t>• Architecture</a:t>
            </a:r>
            <a:br/>
            <a:r>
              <a:t>• Gemini model selection</a:t>
            </a:r>
            <a:br/>
            <a:r>
              <a:t>• API routes</a:t>
            </a:r>
            <a:br/>
            <a:r>
              <a:t>• Database flow</a:t>
            </a:r>
            <a:br/>
            <a:r>
              <a:t>• UI pages</a:t>
            </a:r>
            <a:br/>
            <a:r>
              <a:t>• Testing and 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4480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904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GitHub Organization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Create a Public Repository.</a:t>
            </a:r>
            <a:br/>
            <a:br/>
            <a:r>
              <a:t>Maintain work phase-wise:</a:t>
            </a:r>
            <a:br/>
            <a:r>
              <a:t>1 Ideation → 2 Requirements → 3 Design → 4 Planning → 5 Development → 6 Testing → 7 Documentation → 8 Demonstration.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DEMO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Phase 8: Project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90472"/>
            <a:ext cx="2606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Show the project name and briefly explain the purpose of FitBuddy.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1490472"/>
            <a:ext cx="2606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Working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Screen-share the application.</a:t>
            </a:r>
            <a:br/>
            <a:br/>
            <a:r>
              <a:t>Enter sample user information → generate plan → show AI output → submit feedback → show updated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49047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1490472"/>
            <a:ext cx="2606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Final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Show the completed workout plan, nutrition/recovery tip, feedback update, and admin/coach view.</a:t>
            </a:r>
            <a:br/>
            <a:br/>
            <a:r>
              <a:t>Upload the video to Google Drive with public viewing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FitBuddy — End-to-End User Flow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18105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Enter Details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048256"/>
            <a:ext cx="365759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23160" y="1828800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856231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8105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Generate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2048256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343400" y="18288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856231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8105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View 7-Day 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2048256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63640" y="182880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856231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18105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Read Tip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2048256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83880" y="18288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856231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18105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Give Feedback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92640" y="2048256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04120" y="1828800"/>
            <a:ext cx="438912" cy="43891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856231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18105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Get Updated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3154680"/>
            <a:ext cx="9235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63040" y="3154680"/>
            <a:ext cx="73152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19072" y="331927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AI + Database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3840480"/>
            <a:ext cx="87782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Gemini generates the initial plan → SQLite stores the plan → feedback is submitted → Gemini updates the plan → original and updated versions remain available.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FitBuddy • SmartBridge Project •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BFDBFE"/>
                </a:solidFill>
              </a:defRPr>
            </a:pPr>
            <a:r>
              <a:t>FitBuddy — AI Fitness Plan Generator using Gemini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3017520"/>
            <a:ext cx="7955279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3017520"/>
            <a:ext cx="73152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59152" y="3182112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9152" y="37033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FitBuddy combines an AI-powered planning workflow with FastAPI, Gemini models, Jinja2, and SQLite to demonstrate a complete SmartBridge project from ideation through demonstration.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892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Public GitHub • Tested Project • Demo Video • Phase-wise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TEAM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0" y="1508760"/>
            <a:ext cx="4160520" cy="73152"/>
          </a:xfrm>
          <a:prstGeom prst="rect">
            <a:avLst/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8549640" cy="822960"/>
          </a:xfrm>
          <a:prstGeom prst="roundRect">
            <a:avLst/>
          </a:prstGeom>
          <a:solidFill>
            <a:srgbClr val="162236"/>
          </a:solidFill>
          <a:ln w="15240">
            <a:solidFill>
              <a:srgbClr val="41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938528"/>
            <a:ext cx="8001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F8FC"/>
                </a:solidFill>
              </a:defRPr>
            </a:pPr>
            <a:r>
              <a:t>R.David Vinoth Singh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880360"/>
            <a:ext cx="8549640" cy="822960"/>
          </a:xfrm>
          <a:prstGeom prst="roundRect">
            <a:avLst/>
          </a:prstGeom>
          <a:solidFill>
            <a:srgbClr val="162236"/>
          </a:solidFill>
          <a:ln w="15240">
            <a:solidFill>
              <a:srgbClr val="41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990088"/>
            <a:ext cx="8001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F8FC"/>
                </a:solidFill>
              </a:defRPr>
            </a:pPr>
            <a:r>
              <a:t>Mathes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931920"/>
            <a:ext cx="8549640" cy="822960"/>
          </a:xfrm>
          <a:prstGeom prst="roundRect">
            <a:avLst/>
          </a:prstGeom>
          <a:solidFill>
            <a:srgbClr val="162236"/>
          </a:solidFill>
          <a:ln w="15240">
            <a:solidFill>
              <a:srgbClr val="41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4041648"/>
            <a:ext cx="8001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F8FC"/>
                </a:solidFill>
              </a:defRPr>
            </a:pPr>
            <a:r>
              <a:t>P.Deepak Purushothaman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983479"/>
            <a:ext cx="8549640" cy="822960"/>
          </a:xfrm>
          <a:prstGeom prst="roundRect">
            <a:avLst/>
          </a:prstGeom>
          <a:solidFill>
            <a:srgbClr val="162236"/>
          </a:solidFill>
          <a:ln w="15240">
            <a:solidFill>
              <a:srgbClr val="41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5093207"/>
            <a:ext cx="8001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F8FC"/>
                </a:solidFill>
              </a:defRPr>
            </a:pPr>
            <a:r>
              <a:t>Nirmal Ravi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5B9"/>
                </a:solidFill>
              </a:defRPr>
            </a:pPr>
            <a:r>
              <a:t>FitBuddy • SmartBridge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